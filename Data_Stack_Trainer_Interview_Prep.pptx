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8792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Analytics — Interview Prep Guide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Malayalam  |  Azure Data Factory • Databricks • Synapse • ADLS • SQL • Python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• Data Warehousing • Real-time Processing • Data Modelling • Medallion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akumenbyQ  •  Qubiqon  •  19 Aug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8988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389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(ADF)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38988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57800" y="1389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38988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52560" y="13898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Analytics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2432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2624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Storage (ADLS)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51460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62432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57800" y="2624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Python (Pandas / PySpark)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51460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62432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52560" y="2624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 Pipelines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5876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8587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85876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57800" y="38587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Processing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385876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52560" y="38587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&amp; Schema Design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09320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463040" y="509320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49834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509320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257800" y="509320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 — Kochi/Infopark style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(ADF)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/ ETL-ELT tool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service to build data pipelines that move &amp; transform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= sequence of Activities (Copy Data, Data Flow, Stored Procedure, etc.)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Service = connection info to a data source (e.g., SQL DB, Blob Storage).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= the structure/pointer to the actual data used in an activity.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= schedules or event-based runs (Schedule, Tumbling Window, Event).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undakkan use cheyyunna cloud service — data move cheyyanum transform cheyyanum.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ennal activities-inte oru chain (Copy Data, Data Flow, etc.)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Service ennal oru data source-ilekkulla connection (SQL DB, Blob Storage).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ennal activity-il use cheyyunna data-yude structure/pointer.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ennal pipeline-e run cheyyan schedule/event set cheyyunnathu.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pipeline that copies daily sales CSV files from Blob Storage into a SQL Database every night at 2 AM using a Schedule Trigger.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Spark-based processing &amp; notebooks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for big-data processing, ML, and collaborative notebooks.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Apache Spark — distributed compute across a Cluster.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syntax mirrors Pandas for DataFrame operations (filter, groupBy, join).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= storage format adding ACID transactions &amp; versioning to data lakes.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Workflows/Jobs automate notebook or script execution on a schedule.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processing, ML, notebooks ellam onnich cheyyan pattunna platform.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il run cheyyum — Cluster il distributed aayi compute cheyyum.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syntax, Pandas pole thanne — DataFrame operations (filter, groupBy, join).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ennal ACID transactions + versioning kittunna storage format.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Workflows/Jobs use cheythu notebook/script automatic aayi schedule cheyyam.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Read 10 million rows from ADLS into a PySpark DataFrame, clean nulls, aggregate by region, and write back as a Delta table.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Analytics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workspace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warehousing (SQL pools), big-data (Spark pools), and pipelines.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pool lets you query files directly in the data lake with T-SQL.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SQL pool = provisioned data warehouse for heavy reporting workloads.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engineering, analytics, and orchestration together.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(SQL pools) + big data (Spark pools) + pipelines onnich chേrkkunnu.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pool use cheythu data lake-le files direct aayi T-SQL vachu query cheyyam.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SQL pool ennal heavy reporting-inu vendi provision cheytha warehouse.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analytics, orchestration ellam oru workspace-il cheyyam.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Using Serverless SQL Pool to run a quick T-SQL query on Parquet files in ADLS without loading them into a warehouse first.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(ADLS Gen2)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for raw &amp; processed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structured, semi-structured, and unstructured data at scale.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 — organizes data in folders (like a file system).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landing zone before and after transformation (Bronze/Silver/Gold).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and more scalable than traditional file servers or databases for raw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semi-structured, unstructured data — ellam scale-il store cheyyunna cloud storage.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 — folders vachu data organize cheyyum (file system pole).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cheyyunnathinu munpum shേshhum data ivide land cheyyum (Bronze/Silver/Gold).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data-kku traditional servers-ne kaal cheaper-um scalable-um aanu.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Raw JSON files from an API land in the 'bronze' folder of ADLS before being cleaned and moved to 'silver'.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Python (Pandas / PySpark)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strengths — build on these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Joins, window functions (ROW_NUMBER, RANK), CTEs, query optimization.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Python/Pandas: DataFrame manipulation, groupby, merge, cleaning nulls/duplicates.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extends the same DataFrame logic to distributed, large-scale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transferable skills that make learning Azure tools faster.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Joins, window functions (ROW_NUMBER, RANK), CTEs, query optimization.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Python/Pandas: DataFrame vechulla operations, groupby, merge, nulls clean cheyyal.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athe DataFrame logic thanne valiya, distributed data-kku use cheyyum.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 transferable skills aanu — Azure tools vегам padikkan ith help cheyyum.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'Find the 2nd highest salary per department' using SQL RANK() — same logic applies in Pandas with groupby + rank().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 Pipelines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&amp; shaping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Extract → Transform (outside warehouse) → Load. Traditional approach.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Extract → Load (raw) → Transform (inside warehouse/lake). Modern cloud approach.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is preferred with Databricks/Synapse since compute scales inside the platform.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handle scheduling, error-handling, retries, and monitoring.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Extract → Transform (warehouse-inu purath) → Load. Old style.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Extract → Load (raw) → Transform (warehouse/lake-inu akath). Modern cloud style.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Databricks/Synapse use cheyyumbol ELT-aanu preferred — compute platform-inakath scale cheyyum.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scheduling, error-handling, retries, monitoring ellam handle cheyyum.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Raw sales data loaded as-is into ADLS (ELT), then transformed using PySpark inside Databricks into a clean Gold table.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for reporting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repository of cleaned, structured data optimized for analytics/reporting.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central Fact table (transactions) + surrounding Dimension tables.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= measurable events (sales amount); Dimension table = descriptive context (product, date, customer).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are read-optimized, unlike transactional (OLTP) databases.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Analytics/reporting-inu vendi optimize cheytha clean, structured data-yude central storage.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nadu-vil Fact table (transactions) + chuttum Dimension tables.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= measurable events (sales amount); Dimension table = context (product, date, customer).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read-optimized aanu, OLTP databases-nu vyathyasam.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'Sales Fact' table linked to 'Product', 'Date', and 'Customer' dimension tables — classic star schema.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vs batch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data processed in scheduled chunks (e.g., nightly).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Real-time/streaming: data processed continuously as it arrives.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tools: Azure Event Hubs / Kafka for ingestion, Spark Structured Streaming for processing.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fraud detection, live dashboards, IoT sensor monitoring.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data scheduled aayi chunks aayi process cheyyum (e.g., night-il).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Real-time/streaming: data varunna pole continuous aayi process cheyyum.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tools: Azure Event Hubs / Kafka ingestion-inu, Spark Structured Streaming processing-inu.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fraud detection, live dashboards, IoT sensor monitoring.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Credit-card transactions streamed through Event Hubs and scored for fraud risk in real time using Spark Streaming.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&amp; Schema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data for 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= defining how data entities relate to each other logically.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simple, denormalized, fast for BI queries.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Schema: normalized dimensions (split into sub-tables), saves storage, more joins.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schema design balances query performance vs storage &amp; redundancy.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= data entities thammil ethu vidham relate aavunnu ennu define cheyyal.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simple, denormalized, BI queries-inu fast aanu.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Schema: normalized dimensions (sub-tables aayi split), storage save cheyyum, joins koodum.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Nalla schema design query performance-um storage-um balance cheyyum.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Snowflake schema, 'Product' dimension splits further into 'Category' and 'Brand' tables to reduce redundancy.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raw, unprocessed data exactly as ingested from source.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cleaned, filtered, joined, and validated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business-level, aggregated data — ready for BI/reporting.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data quality, traceability, and reprocessing flexibility at each stage.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(MANGLISH)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source-il ninnu ingest cheytha raw, untouched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clean cheytha, filter cheytha, join cheytha, validated data.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business-level, aggregated data — BI/reporting-inu ready.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stage-ilum quality, traceability, reprocessing flexibility improve cheyyum.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Raw POS transactions (Bronze) → deduplicated &amp; typed (Silver) → daily revenue by store (Gold, used in Power BI).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technical questions asked at Infopark Kochi / Data Engineering &amp; Trainer interviews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ETL and ELT, and when would you choose one over the other?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transforms data before loading into the warehouse — best for legacy on-prem systems with limited warehouse compute. ELT loads raw data first and transforms inside the warehouse/lake, using the scalable compute of platforms like Databricks or Synapse — preferred in modern cloud architectures for flexibility and speed.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Medallion Architecture. Why use it instead of loading straight into Gold?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layers data into Bronze (raw), Silver (cleaned/validated), and Gold (business-aggregated). Keeping raw Bronze data preserves an audit trail and lets you reprocess if transformation logic changes, without re-fetching from source — improving reliability and traceability.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Star Schema and a Snowflake Schema?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keeps dimension tables denormalized (flat), giving faster queries with fewer joins — good for BI. Snowflake Schema normalizes dimensions into sub-tables, reducing redundancy and storage but requiring more joins, which can slow queries.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find the second-highest salary in each department using SQL?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window function: SELECT * FROM (SELECT *, DENSE_RANK() OVER (PARTITION BY dept ORDER BY salary DESC) as rnk FROM employees) t WHERE rnk = 2. DENSE_RANK handles ties correctly, unlike ROW_NUMBER.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Data Lake and a Data Warehouse?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Lake stores raw data in any format (structured, semi-structured, unstructured) cheaply at scale — schema is applied on read. A Data Warehouse stores structured, cleaned data with a defined schema, optimized for fast analytical queries and reporting.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Service in Azure Data Factory?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Service defines the connection information ADF needs to connect to an external resource — like a connection string to a SQL Database, storage account key for Blob Storage, or API credentials. Datasets then point to specific data within that linked service.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PySpark differ from Pandas when handling large datasets?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runs in-memory on a single machine, which struggles with very large datasets. PySpark distributes data and computation across a cluster of machines (parallel processing), so it scales to terabytes of data — though for small datasets, Pandas is often faster due to lower overhead.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trainer, how would you explain a JOIN to a complete beginner?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to combining two lists using a common key — e.g., a list of students and a list of their grades, joined by Student ID, so each student's record shows their grade too. Use a simple visual (two small tables merging into one) rather than jumping to SQL syntax first.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Delta Lake and why is it used with Databricks?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is an open storage format built on Parquet that adds ACID transactions, schema enforcement, time travel (versioning), and reliable upserts/deletes to a data lake — solving consistency problems that plain files in a lake don't handle well.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design a training assessment to check if a learner truly understands ETL pipelines?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practical task (build a small pipeline moving data from one source to a cleaned destination) with a short explanation component (have them walk through their design choices) — this tests both hands-on skill and conceptual understanding, which is critical for a trainer role.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 Trainer Interview Prep  •  Azure Data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E8792F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best, Aysha! 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SQL &amp; Python strength → show conceptual clarity on Azure tools → explain like a trainer.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2026-08-18T11:27:36Z</dcterms:created>
  <dcterms:modified xsi:type="dcterms:W3CDTF">2026-08-18T11:27:36Z</dcterms:modified>
</cp:coreProperties>
</file>